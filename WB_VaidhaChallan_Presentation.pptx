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KOLKATA POLICE &amp; WEST BENGAL POLICE ENFORCEMENT INITIATIVE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WB-VaidhaChallan (ডাব্লিউবি-বৈধচালান)</a:t>
            </a:r>
          </a:p>
          <a:p>
            <a:pPr>
              <a:spcAft>
                <a:spcPts val="2000"/>
              </a:spcAft>
              <a:defRPr sz="2000">
                <a:solidFill>
                  <a:srgbClr val="60A5FA"/>
                </a:solidFill>
              </a:defRPr>
            </a:pPr>
            <a:r>
              <a:t>Smart Law Assistance &amp; Instant Spot e-Challan System on Police Smartphones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A University Capstone Project Engineered in Pure Java 17 for Government Approval Readiness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Motor Vehicles Act 1988/2019  |  Bharatiya Sakshya Adhiniyam 2023  |  Vahan 4.0  |  Bharat UPI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The Problem: What Challenges Do Police Face Today?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Heavy, Expensive POS Machines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Current e-Challan systems rely on proprietary Point-of-Sale (POS) devices costing ₹25,000 to ₹40,000 per unit.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Over 10,000 traffic officers across West Bengal means a massive budget of ₹30+ Crores just for machines.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POS devices suffer from quick battery drain under extreme Kolkata heat and frequent paper jams.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Legal Complexity on the Road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new MV Amendment Act 2019 introduced dozens of sections with varying fines and mandatory court appearances.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Officers standing in heavy traffic have to remember which offense can be paid on the spot vs. which must go to Court.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Drunk driving (Sec 185) or Blocking an Ambulance (Sec 194E) CANNOT be settled with spot fines - by law, they must go to Court!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Photos taken on ordinary phones are frequently rejected in court without a legal Section 63 BSA certificate.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The Solution: What is WB-VaidhaChallan?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Turn Phone into Police Terminal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Officers can use their OWN smartphone safely on duty.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Zero expensive POS hardware required.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Designed specifically for Kolkata Police (25 Traffic Guards) and West Bengal Police.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Touch-friendly, high-contrast mode for bright outdoor sunlight at crossings.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Instant Legal Advice (English &amp; Bengali)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Officers simply type what happened: 'no helmet', 'drunk', 'triple riding', or 'সাইলেন্সার'.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system instantly provides: exact legal section, exact fine amount, license suspension rules, and police action checklist.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Cashless &amp; Tamper-Proof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Generates a Bharat UPI QR Code on the officer's phone screen so citizens can pay instantly via GPay/PhonePe.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Money goes straight to the West Bengal Government Treasury.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Tamper-proof SHA-256 digital seals ensure zero bribe opportunities and no ticket tampering.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How It Was Made Using Java: Clean &amp; Zero-Bloat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Why Pure Java 17?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Pure Java Standard Library (java.base): Built using core Java without bloated frameworks.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Lightweight Embedded Web Server: Uses Java's built-in HttpServer (com.sun.net.httpserver) requiring less than 30MB RAM.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Ultra-Fast Execution: Boot time is under 1 second, and responses take less than 15 milliseconds.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Write Once, Run Anywhere: Runs directly on Android phones (via Termux), Linux police servers, or Cloud without modification.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Modular Java Package Structure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model: Clean data classes for Officer, Vehicle, License, and Challan.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law: MotorVehicleLawEngine containing the statutory legal intelligence.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registry: Simulated Parivahan Vahan 4.0 and Sarathi 4.0 national registries.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security: CryptoUtil (HMAC-SHA256), EvidenceAuthenticator (Sec 63 BSA), and AuthManager (RBAC).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service: ChallanService (fine calculations) and AuditService (chained ledger).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web: HttpServerApp, ApiHandler, and custom reflection-based JsonUtil.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The Intelligent Law Engine: Helping Officers on the Road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Understands Natural Language &amp; Bengali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 officer does not need to memorize section numbers.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Searching 'ambulance blocked' immediately identifies Section 194E (₹10,000 fine / 6 months prison).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Searching 'mod kheye bike' or 'drunk' finds Section 185 (Drunk driving).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Searching 'modified silencer' brings up Kolkata Police Noise limits and Section 190(2).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bilingual support: English and বাংলা descriptions for every single offence.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Spot Compounding vs. Court Forwarding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Spot Compoundable: Traffic Sergeant/ASI can collect fine on spot for minor violations (Helmet, Seatbelt, General 177).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Mandatory Court Referral: Severe violations automatically disable spot payment and route summons to Chief Metropolitan Magistrate (Bankshall Court, Kolkata).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Repeat Offender Multiplier: If a vehicle has prior violations, fine automatically escalates (e.g. ₹500 to ₹1,500 for Sec 177).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Parivahan Vahan &amp; Sarathi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Instant Document Verification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Entering vehicle number (e.g. WB-02-AL-9821) immediately queries the registry.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Shows green/red visual indicators for: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Insurance validity (identifies uninsured vehicles u/s 196)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PUCC Pollution certificate (identifies expired pollution u/s 190(2))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Commercial vehicle fitness validity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One-click 'Push to Challan' auto-populates the vehicle and owner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🚨 Stolen Vehicle Intercept Alert (CCTNS)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system cross-checks Kolkata Police CCTNS stolen FIR records.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If a vehicle (like test plate WB-20-D-1029) is flagged stolen, a flashing red criminal alert appears on the officer's screen!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Tells the officer: Do not release vehicle, call police control room, and seize vehicle under Section 207 MVA.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What Makes It 'Government Approval Ready'?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Legal Evidence Certificate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Admissible under Section 63 Bharatiya Sakshya Adhiniyam (BSA) 2023 &amp; Section 65B Indian Evidence Act 1872.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Photographic proof is cryptographically hashed with SHA-256 and stamped with GPS coordinates so courts accept it without dispute.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Anti-Corruption Safeguards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Fine amounts are locked to government gazettes; officers cannot reduce or increase them arbitrarily.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Bharat UPI QR codes pay directly to the Kolkata Police Treasury VPA, eliminating roadside cash extortion.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Tamper-Proof Audit Trail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Uses a blockchain-style rolling SHA-256 cryptographic chain.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Every login, search, ticket, and payment is permanently sealed; deleting or altering records breaks the integrity seal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Testing, Verification &amp; Real-World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100% Automated Test Pass Rate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Built-in SystemVerificationTest suite executes 41 automated test cases: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[PASS] Officer Authentication &amp; Role-Based Permissions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[PASS] Natural Language Law Engine (English &amp; Bengali)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[PASS] Vahan 4.0 &amp; Sarathi 4.0 Registry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[PASS] Spot Challan Issuance &amp; Digital HMAC Seals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[PASS] Repeat Offender Fine Escalation Matrix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[PASS] SHA-256 Chained Audit Trail Integrity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Result: 41 Passed, 0 Failed!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State Fiscal &amp; Operational Impact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Saves ₹30+ Crores across West Bengal by replacing dedicated POS terminals.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Reduces average traffic stop inspection time from 8 minutes to under 90 seconds.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Bilingual thermal printable slips provide clear accountability to citizens in their native language.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Eliminates judicial evidence dismissals by providing BSA 2023 electronic certificates.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A3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WB-VAIDHA CHALLAN • UNIVERSITY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University Viva Voce: Key 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Q1: Why Java? Q2: Why BSA 2023?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Q1: Why did you write this in Java?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Ans: Enterprise police networks (CCTNS, Parivahan) are built on Java. Java provides strong type safety, built-in cryptography (java.security), and high concurrency.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Q2: Why is the Section 63 BSA certificate necessary?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Ans: Photos taken on smartphones are inadmissible in Indian courts without a statutory certificate guaranteeing the device integrity and tamper-proof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226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Q3: How is corruption prevented?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Q3: How does your system prevent bribery?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Ans: 1. Fines are locked to statutory gazettes (officer cannot change the amount).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Dynamic UPI QR forces money directly into the State Treasury VPA.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Every action is recorded in a cryptographically chained audit log that cannot be edited or deleted.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t>CONCLUSION &amp; SUMMARY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WB-VaidhaChallan delivers a secure, accessible, and government-approved legal enforcement platform.</a:t>
            </a:r>
          </a:p>
          <a:p>
            <a:pPr>
              <a:defRPr sz="1600">
                <a:solidFill>
                  <a:srgbClr val="60A5FA"/>
                </a:solidFill>
              </a:defRPr>
            </a:pPr>
            <a:r>
              <a:t>Live Public URL: https://eric-bright-massage-exp.trycloudflare.com</a:t>
            </a:r>
            <a:br/>
            <a:r>
              <a:t>Local Server: http://localhost:8080</a:t>
            </a:r>
            <a:br/>
            <a:r>
              <a:t>Ready for Official Police Directorate Pilot &amp; University Capstone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